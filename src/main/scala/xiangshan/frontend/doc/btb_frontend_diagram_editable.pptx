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PC Select / MUX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09728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uBTB</a:t>
            </a:r>
          </a:p>
          <a:p>
            <a:r>
              <a:t>32 fully assoc</a:t>
            </a:r>
          </a:p>
          <a:p>
            <a:r>
              <a:t>block BTB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7432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A-BTB (ahead BTB)</a:t>
            </a:r>
          </a:p>
          <a:p>
            <a:r>
              <a:t>32 set × 8 way × 4 bank</a:t>
            </a:r>
          </a:p>
          <a:p>
            <a:r>
              <a:t>=1024 entries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572000"/>
            <a:ext cx="2743200" cy="1554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mBTB (main BTB)</a:t>
            </a:r>
          </a:p>
          <a:p>
            <a:r>
              <a:t>2 align banks × 4 internal banks</a:t>
            </a:r>
          </a:p>
          <a:p>
            <a:r>
              <a:t>256 sets × 4 ways × 8 banks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011680"/>
            <a:ext cx="5486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486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2011680"/>
            <a:ext cx="5486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9144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914400"/>
            <a:ext cx="109728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Override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621792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ITTAGE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7132320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7772400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1645920"/>
            <a:ext cx="4572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286000"/>
            <a:ext cx="45720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8800" y="2286000"/>
            <a:ext cx="457200" cy="2834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97680" y="1645920"/>
            <a:ext cx="100584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80560" y="2286000"/>
            <a:ext cx="82296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29200" y="2286000"/>
            <a:ext cx="274320" cy="3017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52160" y="228600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228600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1554480"/>
            <a:ext cx="9144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83680" y="1234440"/>
            <a:ext cx="118872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548640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694944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80" y="7498079"/>
            <a:ext cx="0" cy="2743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